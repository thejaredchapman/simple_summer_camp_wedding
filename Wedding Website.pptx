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227059-5A8D-BE40-87D2-611411413BA8}" v="19" dt="2026-02-04T15:23:56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/>
    <p:restoredTop sz="94662"/>
  </p:normalViewPr>
  <p:slideViewPr>
    <p:cSldViewPr snapToGrid="0">
      <p:cViewPr>
        <p:scale>
          <a:sx n="75" d="100"/>
          <a:sy n="75" d="100"/>
        </p:scale>
        <p:origin x="-18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6919-D1A1-FAD5-E240-26EC42D00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ED1A2-C326-A34B-A8D8-91E547CDC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05ED-B1D9-5AD5-ED40-C99B63C61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04072-8E16-DC6C-7D9D-A4BF8D81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EA0D7-7D62-404E-5D11-740A1FC2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2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D22C-AFF6-270C-2500-32EA6EAE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40DF2-3F0B-B2B7-4ADB-AB66ABA98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7FA7E-E0D0-0FC7-7754-0314AB4A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F398-E998-622C-9644-A6C7334A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5BC49-3177-1802-5E89-A27EA6A6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7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B0E0-ABDF-7004-357A-A3551187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1791E-FB25-08ED-03A6-9E4FEE3B0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EDAFA-E3C9-60DE-4B0B-9F0708B5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75EDE-373F-D9B5-0F2F-65C04C36D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70DBC-2D97-3573-0CA5-E38A14E7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1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3F7A-3368-804A-6074-A1185639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55FD3-E983-B3B0-E713-A726EFA0F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FE730-B8FC-0B24-689C-B3A13D051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1384-6C79-5CFE-A7C8-FF0E8047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00FB1-F9FC-FA8D-7ADE-93A5D583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6115F-1027-02CC-966A-EF56148A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1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8EC9-D7DC-629E-2EA1-00635793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F8C7A-EED2-0A38-0936-5B2BB7949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2EF94-0257-8984-55F1-07A9CD51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B81FB-2AE2-C2F4-9C2A-5A49C894A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EB6CC-85F0-55C2-7023-C817E8A06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FFB77-D7EE-19A0-C77F-C18727839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BAA8E-6586-516D-47D0-0D7FF2E0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1E420-E4E9-8302-6861-5A751AAF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7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16C8-8B28-ABFB-307F-26D27B17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1B1F8-014D-7C5A-F798-C8536FF2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ED947-5194-4057-1A16-4B876774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53F31-13A5-D433-8BF8-AA77E72B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3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4D35E-C0A7-116E-AAD5-3E0C68D8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9120D-6029-BC38-F40A-86A682FC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C04EA-328E-DFC3-43B3-5299675E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656A-1E2D-3A30-AB09-36A8BE70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CA259-9857-604E-AA88-BAA1922F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DBD67-5E38-BB69-AFBD-FC2E01C79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720C0-6AC0-8819-89F1-00E0ED14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A2BE7-A14C-5F3B-2512-EBDF52A1F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2DF02-0C8B-7F74-8465-FE780758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0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B4D1C-A3BE-2865-85BC-B60471393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85EB1-7374-7580-4F32-CDB686A7D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C4ED8-39BC-D2B2-5E97-1DD28B968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2BBF1-06CE-E576-53F5-CD1CB3390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D360D-34BF-86F4-EB62-23EFD5BE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1914E-84BC-0E79-8F5F-CA7253D2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9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3013-B435-B079-56DC-63E47123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7BEE3-D724-E2ED-F96A-57287329B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E9C84-5FEC-2D8B-DC6F-EC66DF77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2E336-0C92-5AE4-EFA6-044F5BE8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5D1CA-1D17-5065-1646-703F5C5C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4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972696-110B-579B-9E27-201841FA1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39F22-8741-3FA6-7ACC-F69CF7BCF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E5700-7CDC-7C7E-3684-F143A02D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CA45-C50A-84B2-E5D3-195124BD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0D069-F843-FAFA-22E5-7B469446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9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5EBEB-CDA0-6F34-7E20-E568FAC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CA401-D43F-0DEE-043D-8AA209D87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19A06-CD28-B8F4-4DF5-126BC15D6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36F44-7594-B840-B6D1-17E7CE7E5C2F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82CE-05A3-A1B3-4967-8BA7F1711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CB64B-43BA-5193-1A08-B9FA3D0CC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69434-B68C-BE43-A763-75A50B28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2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2F97852-8DF3-4C59-CD47-3BA735F4E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9" y="571500"/>
            <a:ext cx="3461657" cy="259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9E79B2-96C4-55B7-8D6F-1CB9152E5DD8}"/>
              </a:ext>
            </a:extLst>
          </p:cNvPr>
          <p:cNvSpPr txBox="1"/>
          <p:nvPr/>
        </p:nvSpPr>
        <p:spPr>
          <a:xfrm>
            <a:off x="643467" y="3429000"/>
            <a:ext cx="32969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Dormitories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Bunk with 10-20 of your closest friends in air conditioning and full electricity! </a:t>
            </a:r>
          </a:p>
          <a:p>
            <a:pPr marL="285750" indent="-285750">
              <a:buFontTx/>
              <a:buChar char="-"/>
            </a:pPr>
            <a:r>
              <a:rPr lang="en-US" dirty="0"/>
              <a:t>$50 per person per night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D9B68-4AE9-1ACC-D164-C69B88E61CEB}"/>
              </a:ext>
            </a:extLst>
          </p:cNvPr>
          <p:cNvSpPr txBox="1"/>
          <p:nvPr/>
        </p:nvSpPr>
        <p:spPr>
          <a:xfrm>
            <a:off x="4447545" y="3429000"/>
            <a:ext cx="32969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Cabins </a:t>
            </a:r>
          </a:p>
          <a:p>
            <a:pPr marL="285750" indent="-285750">
              <a:buFontTx/>
              <a:buChar char="-"/>
            </a:pPr>
            <a:r>
              <a:rPr lang="en-US" dirty="0"/>
              <a:t>Get the full parent trap experience in cabins with lights but no outlets and a short walk to the lodge for bathrooms. </a:t>
            </a:r>
          </a:p>
          <a:p>
            <a:pPr marL="285750" indent="-285750">
              <a:buFontTx/>
              <a:buChar char="-"/>
            </a:pPr>
            <a:r>
              <a:rPr lang="en-US" dirty="0"/>
              <a:t>10 cabins that sleep up to 12 people available </a:t>
            </a:r>
          </a:p>
          <a:p>
            <a:pPr marL="285750" indent="-285750">
              <a:buFontTx/>
              <a:buChar char="-"/>
            </a:pPr>
            <a:r>
              <a:rPr lang="en-US" dirty="0"/>
              <a:t>$50 per person per night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E5AE892-65E4-B583-0EBE-A83FBED14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934" y="571500"/>
            <a:ext cx="3461656" cy="259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DDCFFD1-5D58-7890-9821-049D05814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148" y="571500"/>
            <a:ext cx="381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9F8FEC-6902-A5A0-48AE-A60BBEEE69EC}"/>
              </a:ext>
            </a:extLst>
          </p:cNvPr>
          <p:cNvSpPr txBox="1"/>
          <p:nvPr/>
        </p:nvSpPr>
        <p:spPr>
          <a:xfrm>
            <a:off x="7937148" y="3428999"/>
            <a:ext cx="32969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Platform Tents </a:t>
            </a:r>
          </a:p>
          <a:p>
            <a:pPr marL="285750" indent="-285750">
              <a:buFontTx/>
              <a:buChar char="-"/>
            </a:pPr>
            <a:r>
              <a:rPr lang="en-US" dirty="0"/>
              <a:t>Looking for a quieter more rustic experience – canvas platform tents are available. They are a bit away from the main lodge but have water running to them and an outhouse near them. </a:t>
            </a:r>
          </a:p>
          <a:p>
            <a:pPr marL="285750" indent="-285750">
              <a:buFontTx/>
              <a:buChar char="-"/>
            </a:pPr>
            <a:r>
              <a:rPr lang="en-US" dirty="0"/>
              <a:t>$50 per person per night </a:t>
            </a:r>
          </a:p>
        </p:txBody>
      </p:sp>
    </p:spTree>
    <p:extLst>
      <p:ext uri="{BB962C8B-B14F-4D97-AF65-F5344CB8AC3E}">
        <p14:creationId xmlns:p14="http://schemas.microsoft.com/office/powerpoint/2010/main" val="1013470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2a75694-b287-48c4-a33c-7f7a9c784f18}" enabled="1" method="Standard" siteId="{5659c4ae-2694-4144-8046-8ba50446d94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Avery Wine</dc:creator>
  <cp:lastModifiedBy>Avery Wine</cp:lastModifiedBy>
  <cp:revision>1</cp:revision>
  <dcterms:created xsi:type="dcterms:W3CDTF">2026-02-04T15:11:49Z</dcterms:created>
  <dcterms:modified xsi:type="dcterms:W3CDTF">2026-02-04T15:55:19Z</dcterms:modified>
</cp:coreProperties>
</file>